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अनुवादिनी</a:t>
            </a:r>
          </a:p>
          <a:p>
            <a:r>
              <a:t>Offline Multilingual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943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HSBC x BAIF Hackathon</a:t>
            </a:r>
          </a:p>
          <a:p>
            <a:pPr>
              <a:defRPr sz="2000"/>
            </a:pPr>
            <a:r>
              <a:t>AI-powered offline translation for Text, Audio &amp; Video</a:t>
            </a:r>
          </a:p>
          <a:p>
            <a:pPr>
              <a:defRPr sz="2000"/>
            </a:pPr>
            <a:r>
              <a:t>Supports English, Hindi &amp; Marathi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943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Build an offline-capable translation system.</a:t>
            </a:r>
          </a:p>
          <a:p>
            <a:pPr>
              <a:defRPr sz="2000"/>
            </a:pPr>
            <a:r>
              <a:t>Accept Text, Audio and Video inputs.</a:t>
            </a:r>
          </a:p>
          <a:p>
            <a:pPr>
              <a:defRPr sz="2000"/>
            </a:pPr>
            <a:r>
              <a:t>Transcribe speech, translate regional languages, generate translated speech and subtitles.</a:t>
            </a:r>
          </a:p>
          <a:p>
            <a:pPr>
              <a:defRPr sz="2000"/>
            </a:pPr>
            <a:r>
              <a:t>Run fully on BAIF on-premise infrastructure.</a:t>
            </a:r>
          </a:p>
          <a:p>
            <a:pPr>
              <a:defRPr sz="2000"/>
            </a:pPr>
            <a:r>
              <a:t>Open-source only with zero licensing cost.</a:t>
            </a:r>
          </a:p>
        </p:txBody>
      </p:sp>
      <p:pic>
        <p:nvPicPr>
          <p:cNvPr id="4" name="Picture 3" descr="10002976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731520"/>
            <a:ext cx="5120640" cy="113824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943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Streamlit UI</a:t>
            </a:r>
          </a:p>
          <a:p>
            <a:pPr>
              <a:defRPr sz="2000"/>
            </a:pPr>
            <a:r>
              <a:t>Speech Recognition → Faster-Whisper</a:t>
            </a:r>
          </a:p>
          <a:p>
            <a:pPr>
              <a:defRPr sz="2000"/>
            </a:pPr>
            <a:r>
              <a:t>Language Detection</a:t>
            </a:r>
          </a:p>
          <a:p>
            <a:pPr>
              <a:defRPr sz="2000"/>
            </a:pPr>
            <a:r>
              <a:t>Translation → NLLB-200</a:t>
            </a:r>
          </a:p>
          <a:p>
            <a:pPr>
              <a:defRPr sz="2000"/>
            </a:pPr>
            <a:r>
              <a:t>TTS → eSpeak NG</a:t>
            </a:r>
          </a:p>
          <a:p>
            <a:pPr>
              <a:defRPr sz="2000"/>
            </a:pPr>
            <a:r>
              <a:t>Subtitle &amp; Video Rendering → FFmpeg</a:t>
            </a:r>
          </a:p>
          <a:p>
            <a:pPr>
              <a:defRPr sz="2000"/>
            </a:pPr>
            <a:r>
              <a:t>FastAPI modular backend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943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Frontend: Streamlit</a:t>
            </a:r>
          </a:p>
          <a:p>
            <a:pPr>
              <a:defRPr sz="2000"/>
            </a:pPr>
            <a:r>
              <a:t>Backend: FastAPI</a:t>
            </a:r>
          </a:p>
          <a:p>
            <a:pPr>
              <a:defRPr sz="2000"/>
            </a:pPr>
            <a:r>
              <a:t>ASR: Faster-Whisper</a:t>
            </a:r>
          </a:p>
          <a:p>
            <a:pPr>
              <a:defRPr sz="2000"/>
            </a:pPr>
            <a:r>
              <a:t>Translation: NLLB-200</a:t>
            </a:r>
          </a:p>
          <a:p>
            <a:pPr>
              <a:defRPr sz="2000"/>
            </a:pPr>
            <a:r>
              <a:t>TTS: eSpeak NG</a:t>
            </a:r>
          </a:p>
          <a:p>
            <a:pPr>
              <a:defRPr sz="2000"/>
            </a:pPr>
            <a:r>
              <a:t>Video: FFmpeg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Evaluation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943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Impact: Enables farmers &amp; field workers to access multilingual content offline.</a:t>
            </a:r>
          </a:p>
          <a:p>
            <a:pPr>
              <a:defRPr sz="2000"/>
            </a:pPr>
            <a:r>
              <a:t>Scalability: Modular architecture, FastAPI-ready, future GPU/queue support.</a:t>
            </a:r>
          </a:p>
          <a:p>
            <a:pPr>
              <a:defRPr sz="2000"/>
            </a:pPr>
            <a:r>
              <a:t>Production Readiness: CPU fallback, 2GB uploads, multiple media formats.</a:t>
            </a:r>
          </a:p>
          <a:p>
            <a:pPr>
              <a:defRPr sz="2000"/>
            </a:pPr>
            <a:r>
              <a:t>Usability/UX: Single-click workflows, clean interface, downloadable outputs.</a:t>
            </a:r>
          </a:p>
          <a:p>
            <a:pPr>
              <a:defRPr sz="2000"/>
            </a:pPr>
            <a:r>
              <a:t>Tech Safety, Fairness &amp; Inclusivity: Local processing, privacy-first, multilingual support.</a:t>
            </a:r>
          </a:p>
          <a:p>
            <a:pPr>
              <a:defRPr sz="2000"/>
            </a:pPr>
            <a:r>
              <a:t>Cost: 100% Open Source, ₹0 API/licensing cost.</a:t>
            </a:r>
          </a:p>
        </p:txBody>
      </p:sp>
      <p:pic>
        <p:nvPicPr>
          <p:cNvPr id="4" name="Picture 3" descr="10002976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731520"/>
            <a:ext cx="5120640" cy="6827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Application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943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Home screen and translation workflow</a:t>
            </a:r>
          </a:p>
        </p:txBody>
      </p:sp>
      <p:pic>
        <p:nvPicPr>
          <p:cNvPr id="4" name="Picture 3" descr="10002976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731520"/>
            <a:ext cx="5120640" cy="113824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Translated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943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Transcript, translated audio, subtitles and translated video</a:t>
            </a:r>
          </a:p>
        </p:txBody>
      </p:sp>
      <p:pic>
        <p:nvPicPr>
          <p:cNvPr id="4" name="Picture 3" descr="10002976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731520"/>
            <a:ext cx="5120640" cy="113824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Why Anuvadini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943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Fully Offline</a:t>
            </a:r>
          </a:p>
          <a:p>
            <a:pPr>
              <a:defRPr sz="2000"/>
            </a:pPr>
            <a:r>
              <a:t>Privacy First</a:t>
            </a:r>
          </a:p>
          <a:p>
            <a:pPr>
              <a:defRPr sz="2000"/>
            </a:pPr>
            <a:r>
              <a:t>Zero Cost</a:t>
            </a:r>
          </a:p>
          <a:p>
            <a:pPr>
              <a:defRPr sz="2000"/>
            </a:pPr>
            <a:r>
              <a:t>Open Source</a:t>
            </a:r>
          </a:p>
          <a:p>
            <a:pPr>
              <a:defRPr sz="2000"/>
            </a:pPr>
            <a:r>
              <a:t>Supports Text, Audio &amp; Video</a:t>
            </a:r>
          </a:p>
          <a:p>
            <a:pPr>
              <a:defRPr sz="2000"/>
            </a:pPr>
            <a:r>
              <a:t>Built for low-spec CPU machines</a:t>
            </a:r>
          </a:p>
          <a:p>
            <a:pPr>
              <a:defRPr sz="2000"/>
            </a:pPr>
            <a:r>
              <a:t>Designed for future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